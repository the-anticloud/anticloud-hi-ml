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HI_ML | Category: MEDICAL_HEALTH</a:t>
            </a:r>
          </a:p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HI_ML.</a:t>
            </a:r>
          </a:p>
          <a:p>
            <a:r>
              <a:rPr sz="1400"/>
              <a:t>Health &amp; life sciences ML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HI_ML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